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259080" y="575310"/>
            <a:ext cx="11793855" cy="546544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55650" y="923290"/>
            <a:ext cx="2015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音频设置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0" y="1618615"/>
            <a:ext cx="2539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总音量</a:t>
            </a:r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>
            <a:off x="2315845" y="1802130"/>
            <a:ext cx="6208395" cy="10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623570" y="2605405"/>
            <a:ext cx="1926590" cy="274383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623570" y="2605405"/>
            <a:ext cx="1926590" cy="274383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96620" y="2392045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背景音乐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136900" y="2392045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游戏</a:t>
            </a:r>
            <a:r>
              <a:rPr lang="zh-CN" altLang="en-US"/>
              <a:t>音乐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467350" y="2392045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立直音乐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759065" y="2392045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语音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20" y="2903855"/>
            <a:ext cx="152400" cy="17145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0047605" y="2392045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打牌</a:t>
            </a:r>
            <a:r>
              <a:rPr lang="zh-CN" altLang="en-US"/>
              <a:t>音效</a:t>
            </a:r>
            <a:endParaRPr lang="zh-CN" altLang="en-US"/>
          </a:p>
        </p:txBody>
      </p:sp>
      <p:cxnSp>
        <p:nvCxnSpPr>
          <p:cNvPr id="28" name="直接箭头连接符 27"/>
          <p:cNvCxnSpPr/>
          <p:nvPr/>
        </p:nvCxnSpPr>
        <p:spPr>
          <a:xfrm flipV="1">
            <a:off x="1096010" y="2978150"/>
            <a:ext cx="67437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817370" y="2760345"/>
            <a:ext cx="918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开启</a:t>
            </a:r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812800" y="3302635"/>
            <a:ext cx="1529080" cy="15970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948690" y="3128645"/>
            <a:ext cx="821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曲目</a:t>
            </a:r>
            <a:endParaRPr lang="zh-CN" altLang="en-US"/>
          </a:p>
        </p:txBody>
      </p:sp>
      <p:graphicFrame>
        <p:nvGraphicFramePr>
          <p:cNvPr id="37" name="表格 36"/>
          <p:cNvGraphicFramePr/>
          <p:nvPr>
            <p:custDataLst>
              <p:tags r:id="rId2"/>
            </p:custDataLst>
          </p:nvPr>
        </p:nvGraphicFramePr>
        <p:xfrm>
          <a:off x="807720" y="3496945"/>
          <a:ext cx="153479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7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AA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BB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CC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8" name="圆角矩形 37"/>
          <p:cNvSpPr/>
          <p:nvPr/>
        </p:nvSpPr>
        <p:spPr>
          <a:xfrm>
            <a:off x="812800" y="5149215"/>
            <a:ext cx="1513840" cy="805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随机播放</a:t>
            </a:r>
            <a:endParaRPr lang="zh-CN" altLang="en-US"/>
          </a:p>
          <a:p>
            <a:pPr algn="ctr"/>
            <a:r>
              <a:rPr lang="zh-CN" altLang="en-US"/>
              <a:t>顺序播放</a:t>
            </a:r>
            <a:endParaRPr lang="zh-CN" altLang="en-US"/>
          </a:p>
          <a:p>
            <a:pPr algn="ctr"/>
            <a:r>
              <a:rPr lang="zh-CN" altLang="en-US"/>
              <a:t>单曲循环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807720" y="4531360"/>
            <a:ext cx="1463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40" name="椭圆 39"/>
          <p:cNvSpPr/>
          <p:nvPr/>
        </p:nvSpPr>
        <p:spPr>
          <a:xfrm>
            <a:off x="861060" y="4653280"/>
            <a:ext cx="226695" cy="19812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22325" y="5214620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812800" y="5669280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812800" y="5441950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减号 43"/>
          <p:cNvSpPr/>
          <p:nvPr/>
        </p:nvSpPr>
        <p:spPr>
          <a:xfrm>
            <a:off x="2356485" y="3592195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等于号 44"/>
          <p:cNvSpPr/>
          <p:nvPr/>
        </p:nvSpPr>
        <p:spPr>
          <a:xfrm>
            <a:off x="2084705" y="3557905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等于号 45"/>
          <p:cNvSpPr/>
          <p:nvPr/>
        </p:nvSpPr>
        <p:spPr>
          <a:xfrm>
            <a:off x="2072005" y="3966210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等于号 46"/>
          <p:cNvSpPr/>
          <p:nvPr/>
        </p:nvSpPr>
        <p:spPr>
          <a:xfrm>
            <a:off x="2072005" y="4353560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2867025" y="2571750"/>
            <a:ext cx="1926590" cy="274383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0075" y="2870200"/>
            <a:ext cx="152400" cy="171450"/>
          </a:xfrm>
          <a:prstGeom prst="rect">
            <a:avLst/>
          </a:prstGeom>
        </p:spPr>
      </p:pic>
      <p:cxnSp>
        <p:nvCxnSpPr>
          <p:cNvPr id="50" name="直接箭头连接符 49"/>
          <p:cNvCxnSpPr/>
          <p:nvPr/>
        </p:nvCxnSpPr>
        <p:spPr>
          <a:xfrm flipV="1">
            <a:off x="3339465" y="2944495"/>
            <a:ext cx="67437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4060825" y="2726690"/>
            <a:ext cx="918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开启</a:t>
            </a:r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3056255" y="3268980"/>
            <a:ext cx="1529080" cy="15970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3192145" y="3094990"/>
            <a:ext cx="821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曲目</a:t>
            </a:r>
            <a:endParaRPr lang="zh-CN" altLang="en-US"/>
          </a:p>
        </p:txBody>
      </p:sp>
      <p:graphicFrame>
        <p:nvGraphicFramePr>
          <p:cNvPr id="54" name="表格 53"/>
          <p:cNvGraphicFramePr/>
          <p:nvPr>
            <p:custDataLst>
              <p:tags r:id="rId3"/>
            </p:custDataLst>
          </p:nvPr>
        </p:nvGraphicFramePr>
        <p:xfrm>
          <a:off x="3051175" y="3463290"/>
          <a:ext cx="153479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7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AA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BB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CC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5" name="圆角矩形 54"/>
          <p:cNvSpPr/>
          <p:nvPr/>
        </p:nvSpPr>
        <p:spPr>
          <a:xfrm>
            <a:off x="3056255" y="5115560"/>
            <a:ext cx="1513840" cy="805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随机播放</a:t>
            </a:r>
            <a:endParaRPr lang="zh-CN" altLang="en-US"/>
          </a:p>
          <a:p>
            <a:pPr algn="ctr"/>
            <a:r>
              <a:rPr lang="zh-CN" altLang="en-US"/>
              <a:t>顺序播放</a:t>
            </a:r>
            <a:endParaRPr lang="zh-CN" altLang="en-US"/>
          </a:p>
          <a:p>
            <a:pPr algn="ctr"/>
            <a:r>
              <a:rPr lang="zh-CN" altLang="en-US"/>
              <a:t>单曲循环</a:t>
            </a:r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3051175" y="4497705"/>
            <a:ext cx="1463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57" name="椭圆 56"/>
          <p:cNvSpPr/>
          <p:nvPr/>
        </p:nvSpPr>
        <p:spPr>
          <a:xfrm>
            <a:off x="3104515" y="4619625"/>
            <a:ext cx="226695" cy="19812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3065780" y="5180965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3056255" y="5635625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3056255" y="5408295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减号 60"/>
          <p:cNvSpPr/>
          <p:nvPr/>
        </p:nvSpPr>
        <p:spPr>
          <a:xfrm>
            <a:off x="4599940" y="3558540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等于号 61"/>
          <p:cNvSpPr/>
          <p:nvPr/>
        </p:nvSpPr>
        <p:spPr>
          <a:xfrm>
            <a:off x="4328160" y="3524250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3" name="等于号 62"/>
          <p:cNvSpPr/>
          <p:nvPr/>
        </p:nvSpPr>
        <p:spPr>
          <a:xfrm>
            <a:off x="4315460" y="3932555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" name="等于号 63"/>
          <p:cNvSpPr/>
          <p:nvPr/>
        </p:nvSpPr>
        <p:spPr>
          <a:xfrm>
            <a:off x="4315460" y="4319905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5192395" y="2571750"/>
            <a:ext cx="1926590" cy="274383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5445" y="2870200"/>
            <a:ext cx="152400" cy="171450"/>
          </a:xfrm>
          <a:prstGeom prst="rect">
            <a:avLst/>
          </a:prstGeom>
        </p:spPr>
      </p:pic>
      <p:cxnSp>
        <p:nvCxnSpPr>
          <p:cNvPr id="67" name="直接箭头连接符 66"/>
          <p:cNvCxnSpPr/>
          <p:nvPr/>
        </p:nvCxnSpPr>
        <p:spPr>
          <a:xfrm flipV="1">
            <a:off x="5664835" y="2944495"/>
            <a:ext cx="67437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6386195" y="2726690"/>
            <a:ext cx="918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开启</a:t>
            </a:r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5381625" y="3268980"/>
            <a:ext cx="1529080" cy="15970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5517515" y="3094990"/>
            <a:ext cx="821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曲目</a:t>
            </a:r>
            <a:endParaRPr lang="zh-CN" altLang="en-US"/>
          </a:p>
        </p:txBody>
      </p:sp>
      <p:graphicFrame>
        <p:nvGraphicFramePr>
          <p:cNvPr id="71" name="表格 70"/>
          <p:cNvGraphicFramePr/>
          <p:nvPr>
            <p:custDataLst>
              <p:tags r:id="rId4"/>
            </p:custDataLst>
          </p:nvPr>
        </p:nvGraphicFramePr>
        <p:xfrm>
          <a:off x="5376545" y="3463290"/>
          <a:ext cx="153479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7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AA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BB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CC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2" name="圆角矩形 71"/>
          <p:cNvSpPr/>
          <p:nvPr/>
        </p:nvSpPr>
        <p:spPr>
          <a:xfrm>
            <a:off x="5381625" y="5115560"/>
            <a:ext cx="1513840" cy="805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随机播放</a:t>
            </a:r>
            <a:endParaRPr lang="zh-CN" altLang="en-US"/>
          </a:p>
          <a:p>
            <a:pPr algn="ctr"/>
            <a:r>
              <a:rPr lang="zh-CN" altLang="en-US"/>
              <a:t>顺序播放</a:t>
            </a:r>
            <a:endParaRPr lang="zh-CN" altLang="en-US"/>
          </a:p>
          <a:p>
            <a:pPr algn="ctr"/>
            <a:r>
              <a:rPr lang="zh-CN" altLang="en-US"/>
              <a:t>单曲循环</a:t>
            </a:r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5376545" y="4497705"/>
            <a:ext cx="1463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74" name="椭圆 73"/>
          <p:cNvSpPr/>
          <p:nvPr/>
        </p:nvSpPr>
        <p:spPr>
          <a:xfrm>
            <a:off x="5429885" y="4619625"/>
            <a:ext cx="226695" cy="19812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5391150" y="5180965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5381625" y="5635625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5381625" y="5408295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减号 77"/>
          <p:cNvSpPr/>
          <p:nvPr/>
        </p:nvSpPr>
        <p:spPr>
          <a:xfrm>
            <a:off x="6925310" y="3558540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等于号 78"/>
          <p:cNvSpPr/>
          <p:nvPr/>
        </p:nvSpPr>
        <p:spPr>
          <a:xfrm>
            <a:off x="6653530" y="3524250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0" name="等于号 79"/>
          <p:cNvSpPr/>
          <p:nvPr/>
        </p:nvSpPr>
        <p:spPr>
          <a:xfrm>
            <a:off x="6640830" y="3932555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1" name="等于号 80"/>
          <p:cNvSpPr/>
          <p:nvPr/>
        </p:nvSpPr>
        <p:spPr>
          <a:xfrm>
            <a:off x="6640830" y="4319905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圆角矩形 81"/>
          <p:cNvSpPr/>
          <p:nvPr/>
        </p:nvSpPr>
        <p:spPr>
          <a:xfrm>
            <a:off x="7489190" y="2537460"/>
            <a:ext cx="1926590" cy="274383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2240" y="2835910"/>
            <a:ext cx="152400" cy="171450"/>
          </a:xfrm>
          <a:prstGeom prst="rect">
            <a:avLst/>
          </a:prstGeom>
        </p:spPr>
      </p:pic>
      <p:cxnSp>
        <p:nvCxnSpPr>
          <p:cNvPr id="84" name="直接箭头连接符 83"/>
          <p:cNvCxnSpPr/>
          <p:nvPr/>
        </p:nvCxnSpPr>
        <p:spPr>
          <a:xfrm flipV="1">
            <a:off x="7961630" y="2910205"/>
            <a:ext cx="67437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8682990" y="2692400"/>
            <a:ext cx="918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开启</a:t>
            </a:r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7678420" y="3234690"/>
            <a:ext cx="1529080" cy="15970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7814310" y="3060700"/>
            <a:ext cx="821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曲目</a:t>
            </a:r>
            <a:endParaRPr lang="zh-CN" altLang="en-US"/>
          </a:p>
        </p:txBody>
      </p:sp>
      <p:graphicFrame>
        <p:nvGraphicFramePr>
          <p:cNvPr id="88" name="表格 87"/>
          <p:cNvGraphicFramePr/>
          <p:nvPr>
            <p:custDataLst>
              <p:tags r:id="rId5"/>
            </p:custDataLst>
          </p:nvPr>
        </p:nvGraphicFramePr>
        <p:xfrm>
          <a:off x="7673340" y="3429000"/>
          <a:ext cx="153479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7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AA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BB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CC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9" name="圆角矩形 88"/>
          <p:cNvSpPr/>
          <p:nvPr/>
        </p:nvSpPr>
        <p:spPr>
          <a:xfrm>
            <a:off x="7678420" y="5081270"/>
            <a:ext cx="1513840" cy="805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随机播放</a:t>
            </a:r>
            <a:endParaRPr lang="zh-CN" altLang="en-US"/>
          </a:p>
          <a:p>
            <a:pPr algn="ctr"/>
            <a:r>
              <a:rPr lang="zh-CN" altLang="en-US"/>
              <a:t>顺序播放</a:t>
            </a:r>
            <a:endParaRPr lang="zh-CN" altLang="en-US"/>
          </a:p>
          <a:p>
            <a:pPr algn="ctr"/>
            <a:r>
              <a:rPr lang="zh-CN" altLang="en-US"/>
              <a:t>单曲循环</a:t>
            </a:r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7673340" y="4463415"/>
            <a:ext cx="1463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1" name="椭圆 90"/>
          <p:cNvSpPr/>
          <p:nvPr/>
        </p:nvSpPr>
        <p:spPr>
          <a:xfrm>
            <a:off x="7726680" y="4585335"/>
            <a:ext cx="226695" cy="19812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7687945" y="5146675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7678420" y="5601335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椭圆 93"/>
          <p:cNvSpPr/>
          <p:nvPr/>
        </p:nvSpPr>
        <p:spPr>
          <a:xfrm>
            <a:off x="7678420" y="5374005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减号 94"/>
          <p:cNvSpPr/>
          <p:nvPr/>
        </p:nvSpPr>
        <p:spPr>
          <a:xfrm>
            <a:off x="9222105" y="3524250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等于号 95"/>
          <p:cNvSpPr/>
          <p:nvPr/>
        </p:nvSpPr>
        <p:spPr>
          <a:xfrm>
            <a:off x="8950325" y="3489960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7" name="等于号 96"/>
          <p:cNvSpPr/>
          <p:nvPr/>
        </p:nvSpPr>
        <p:spPr>
          <a:xfrm>
            <a:off x="8937625" y="3898265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8" name="等于号 97"/>
          <p:cNvSpPr/>
          <p:nvPr/>
        </p:nvSpPr>
        <p:spPr>
          <a:xfrm>
            <a:off x="8937625" y="4285615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9893300" y="2571750"/>
            <a:ext cx="1926590" cy="274383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50" y="2870200"/>
            <a:ext cx="152400" cy="171450"/>
          </a:xfrm>
          <a:prstGeom prst="rect">
            <a:avLst/>
          </a:prstGeom>
        </p:spPr>
      </p:pic>
      <p:cxnSp>
        <p:nvCxnSpPr>
          <p:cNvPr id="101" name="直接箭头连接符 100"/>
          <p:cNvCxnSpPr/>
          <p:nvPr/>
        </p:nvCxnSpPr>
        <p:spPr>
          <a:xfrm flipV="1">
            <a:off x="10365740" y="2944495"/>
            <a:ext cx="67437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11087100" y="2726690"/>
            <a:ext cx="918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开启</a:t>
            </a:r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10082530" y="3268980"/>
            <a:ext cx="1529080" cy="15970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文本框 103"/>
          <p:cNvSpPr txBox="1"/>
          <p:nvPr/>
        </p:nvSpPr>
        <p:spPr>
          <a:xfrm>
            <a:off x="10218420" y="3094990"/>
            <a:ext cx="821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曲目</a:t>
            </a:r>
            <a:endParaRPr lang="zh-CN" altLang="en-US"/>
          </a:p>
        </p:txBody>
      </p:sp>
      <p:graphicFrame>
        <p:nvGraphicFramePr>
          <p:cNvPr id="105" name="表格 104"/>
          <p:cNvGraphicFramePr/>
          <p:nvPr>
            <p:custDataLst>
              <p:tags r:id="rId6"/>
            </p:custDataLst>
          </p:nvPr>
        </p:nvGraphicFramePr>
        <p:xfrm>
          <a:off x="10077450" y="3463290"/>
          <a:ext cx="153479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7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AA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BB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CC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6" name="圆角矩形 105"/>
          <p:cNvSpPr/>
          <p:nvPr/>
        </p:nvSpPr>
        <p:spPr>
          <a:xfrm>
            <a:off x="10082530" y="5115560"/>
            <a:ext cx="1513840" cy="805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随机播放</a:t>
            </a:r>
            <a:endParaRPr lang="zh-CN" altLang="en-US"/>
          </a:p>
          <a:p>
            <a:pPr algn="ctr"/>
            <a:r>
              <a:rPr lang="zh-CN" altLang="en-US"/>
              <a:t>顺序播放</a:t>
            </a:r>
            <a:endParaRPr lang="zh-CN" altLang="en-US"/>
          </a:p>
          <a:p>
            <a:pPr algn="ctr"/>
            <a:r>
              <a:rPr lang="zh-CN" altLang="en-US"/>
              <a:t>单曲循环</a:t>
            </a:r>
            <a:endParaRPr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10077450" y="4497705"/>
            <a:ext cx="1463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08" name="椭圆 107"/>
          <p:cNvSpPr/>
          <p:nvPr/>
        </p:nvSpPr>
        <p:spPr>
          <a:xfrm>
            <a:off x="10130790" y="4619625"/>
            <a:ext cx="226695" cy="19812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10092055" y="5180965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椭圆 109"/>
          <p:cNvSpPr/>
          <p:nvPr/>
        </p:nvSpPr>
        <p:spPr>
          <a:xfrm>
            <a:off x="10082530" y="5635625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椭圆 110"/>
          <p:cNvSpPr/>
          <p:nvPr/>
        </p:nvSpPr>
        <p:spPr>
          <a:xfrm>
            <a:off x="10082530" y="5408295"/>
            <a:ext cx="226695" cy="19812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减号 111"/>
          <p:cNvSpPr/>
          <p:nvPr/>
        </p:nvSpPr>
        <p:spPr>
          <a:xfrm>
            <a:off x="11626215" y="3558540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3" name="等于号 112"/>
          <p:cNvSpPr/>
          <p:nvPr/>
        </p:nvSpPr>
        <p:spPr>
          <a:xfrm>
            <a:off x="11354435" y="3524250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4" name="等于号 113"/>
          <p:cNvSpPr/>
          <p:nvPr/>
        </p:nvSpPr>
        <p:spPr>
          <a:xfrm>
            <a:off x="11341735" y="3932555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5" name="等于号 114"/>
          <p:cNvSpPr/>
          <p:nvPr/>
        </p:nvSpPr>
        <p:spPr>
          <a:xfrm>
            <a:off x="11341735" y="4319905"/>
            <a:ext cx="198755" cy="203835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6" name="减号 115"/>
          <p:cNvSpPr/>
          <p:nvPr/>
        </p:nvSpPr>
        <p:spPr>
          <a:xfrm>
            <a:off x="2356485" y="3966210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减号 116"/>
          <p:cNvSpPr/>
          <p:nvPr/>
        </p:nvSpPr>
        <p:spPr>
          <a:xfrm>
            <a:off x="2342515" y="4364355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减号 117"/>
          <p:cNvSpPr/>
          <p:nvPr/>
        </p:nvSpPr>
        <p:spPr>
          <a:xfrm>
            <a:off x="4599940" y="3966210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减号 118"/>
          <p:cNvSpPr/>
          <p:nvPr/>
        </p:nvSpPr>
        <p:spPr>
          <a:xfrm>
            <a:off x="4585970" y="4364355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减号 119"/>
          <p:cNvSpPr/>
          <p:nvPr/>
        </p:nvSpPr>
        <p:spPr>
          <a:xfrm>
            <a:off x="6925310" y="3977005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1" name="减号 120"/>
          <p:cNvSpPr/>
          <p:nvPr/>
        </p:nvSpPr>
        <p:spPr>
          <a:xfrm>
            <a:off x="6911340" y="4375150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2" name="减号 121"/>
          <p:cNvSpPr/>
          <p:nvPr/>
        </p:nvSpPr>
        <p:spPr>
          <a:xfrm>
            <a:off x="9222105" y="3932555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3" name="减号 122"/>
          <p:cNvSpPr/>
          <p:nvPr/>
        </p:nvSpPr>
        <p:spPr>
          <a:xfrm>
            <a:off x="9208135" y="4330700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4" name="减号 123"/>
          <p:cNvSpPr/>
          <p:nvPr/>
        </p:nvSpPr>
        <p:spPr>
          <a:xfrm>
            <a:off x="11612245" y="3943350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5" name="减号 124"/>
          <p:cNvSpPr/>
          <p:nvPr/>
        </p:nvSpPr>
        <p:spPr>
          <a:xfrm>
            <a:off x="11598275" y="4341495"/>
            <a:ext cx="193675" cy="193040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动作按钮: 前进或下一项 125">
            <a:hlinkClick r:id="" action="ppaction://hlinkshowjump?jump=nextslide"/>
          </p:cNvPr>
          <p:cNvSpPr/>
          <p:nvPr/>
        </p:nvSpPr>
        <p:spPr>
          <a:xfrm>
            <a:off x="623570" y="3622040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动作按钮: 前进或下一项 126">
            <a:hlinkClick r:id="" action="ppaction://hlinkshowjump?jump=nextslide"/>
          </p:cNvPr>
          <p:cNvSpPr/>
          <p:nvPr/>
        </p:nvSpPr>
        <p:spPr>
          <a:xfrm>
            <a:off x="623570" y="4023360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动作按钮: 前进或下一项 127">
            <a:hlinkClick r:id="" action="ppaction://hlinkshowjump?jump=nextslide"/>
          </p:cNvPr>
          <p:cNvSpPr/>
          <p:nvPr/>
        </p:nvSpPr>
        <p:spPr>
          <a:xfrm>
            <a:off x="623570" y="4398645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动作按钮: 前进或下一项 128">
            <a:hlinkClick r:id="" action="ppaction://hlinkshowjump?jump=nextslide"/>
          </p:cNvPr>
          <p:cNvSpPr/>
          <p:nvPr/>
        </p:nvSpPr>
        <p:spPr>
          <a:xfrm>
            <a:off x="2867025" y="3592195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0" name="动作按钮: 前进或下一项 129">
            <a:hlinkClick r:id="" action="ppaction://hlinkshowjump?jump=nextslide"/>
          </p:cNvPr>
          <p:cNvSpPr/>
          <p:nvPr/>
        </p:nvSpPr>
        <p:spPr>
          <a:xfrm>
            <a:off x="2867025" y="3993515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1" name="动作按钮: 前进或下一项 130">
            <a:hlinkClick r:id="" action="ppaction://hlinkshowjump?jump=nextslide"/>
          </p:cNvPr>
          <p:cNvSpPr/>
          <p:nvPr/>
        </p:nvSpPr>
        <p:spPr>
          <a:xfrm>
            <a:off x="2867025" y="4368800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动作按钮: 前进或下一项 131">
            <a:hlinkClick r:id="" action="ppaction://hlinkshowjump?jump=nextslide"/>
          </p:cNvPr>
          <p:cNvSpPr/>
          <p:nvPr/>
        </p:nvSpPr>
        <p:spPr>
          <a:xfrm>
            <a:off x="5192395" y="3557905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动作按钮: 前进或下一项 132">
            <a:hlinkClick r:id="" action="ppaction://hlinkshowjump?jump=nextslide"/>
          </p:cNvPr>
          <p:cNvSpPr/>
          <p:nvPr/>
        </p:nvSpPr>
        <p:spPr>
          <a:xfrm>
            <a:off x="5192395" y="3959225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4" name="动作按钮: 前进或下一项 133">
            <a:hlinkClick r:id="" action="ppaction://hlinkshowjump?jump=nextslide"/>
          </p:cNvPr>
          <p:cNvSpPr/>
          <p:nvPr/>
        </p:nvSpPr>
        <p:spPr>
          <a:xfrm>
            <a:off x="5192395" y="4334510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5" name="动作按钮: 前进或下一项 134">
            <a:hlinkClick r:id="" action="ppaction://hlinkshowjump?jump=nextslide"/>
          </p:cNvPr>
          <p:cNvSpPr/>
          <p:nvPr/>
        </p:nvSpPr>
        <p:spPr>
          <a:xfrm>
            <a:off x="7489190" y="3558540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动作按钮: 前进或下一项 135">
            <a:hlinkClick r:id="" action="ppaction://hlinkshowjump?jump=nextslide"/>
          </p:cNvPr>
          <p:cNvSpPr/>
          <p:nvPr/>
        </p:nvSpPr>
        <p:spPr>
          <a:xfrm>
            <a:off x="7489190" y="3959860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7" name="动作按钮: 前进或下一项 136">
            <a:hlinkClick r:id="" action="ppaction://hlinkshowjump?jump=nextslide"/>
          </p:cNvPr>
          <p:cNvSpPr/>
          <p:nvPr/>
        </p:nvSpPr>
        <p:spPr>
          <a:xfrm>
            <a:off x="7489190" y="4335145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8" name="动作按钮: 前进或下一项 137">
            <a:hlinkClick r:id="" action="ppaction://hlinkshowjump?jump=nextslide"/>
          </p:cNvPr>
          <p:cNvSpPr/>
          <p:nvPr/>
        </p:nvSpPr>
        <p:spPr>
          <a:xfrm>
            <a:off x="9885045" y="3592195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9" name="动作按钮: 前进或下一项 138">
            <a:hlinkClick r:id="" action="ppaction://hlinkshowjump?jump=nextslide"/>
          </p:cNvPr>
          <p:cNvSpPr/>
          <p:nvPr/>
        </p:nvSpPr>
        <p:spPr>
          <a:xfrm>
            <a:off x="9885045" y="3993515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0" name="动作按钮: 前进或下一项 139">
            <a:hlinkClick r:id="" action="ppaction://hlinkshowjump?jump=nextslide"/>
          </p:cNvPr>
          <p:cNvSpPr/>
          <p:nvPr/>
        </p:nvSpPr>
        <p:spPr>
          <a:xfrm>
            <a:off x="9885045" y="4368800"/>
            <a:ext cx="162560" cy="135890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20*90"/>
  <p:tag name="TABLE_ENDDRAG_RECT" val="63*275*120*90"/>
</p:tagLst>
</file>

<file path=ppt/tags/tag2.xml><?xml version="1.0" encoding="utf-8"?>
<p:tagLst xmlns:p="http://schemas.openxmlformats.org/presentationml/2006/main">
  <p:tag name="TABLE_ENDDRAG_ORIGIN_RECT" val="120*90"/>
  <p:tag name="TABLE_ENDDRAG_RECT" val="63*275*120*90"/>
</p:tagLst>
</file>

<file path=ppt/tags/tag3.xml><?xml version="1.0" encoding="utf-8"?>
<p:tagLst xmlns:p="http://schemas.openxmlformats.org/presentationml/2006/main">
  <p:tag name="TABLE_ENDDRAG_ORIGIN_RECT" val="120*90"/>
  <p:tag name="TABLE_ENDDRAG_RECT" val="63*275*120*90"/>
</p:tagLst>
</file>

<file path=ppt/tags/tag4.xml><?xml version="1.0" encoding="utf-8"?>
<p:tagLst xmlns:p="http://schemas.openxmlformats.org/presentationml/2006/main">
  <p:tag name="TABLE_ENDDRAG_ORIGIN_RECT" val="120*90"/>
  <p:tag name="TABLE_ENDDRAG_RECT" val="63*275*120*90"/>
</p:tagLst>
</file>

<file path=ppt/tags/tag5.xml><?xml version="1.0" encoding="utf-8"?>
<p:tagLst xmlns:p="http://schemas.openxmlformats.org/presentationml/2006/main">
  <p:tag name="TABLE_ENDDRAG_ORIGIN_RECT" val="120*90"/>
  <p:tag name="TABLE_ENDDRAG_RECT" val="63*275*120*90"/>
</p:tagLst>
</file>

<file path=ppt/tags/tag6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WPS 演示</Application>
  <PresentationFormat>宽屏</PresentationFormat>
  <Paragraphs>94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Wenkai</dc:creator>
  <cp:lastModifiedBy>DVD</cp:lastModifiedBy>
  <cp:revision>6</cp:revision>
  <dcterms:created xsi:type="dcterms:W3CDTF">2023-08-09T12:44:00Z</dcterms:created>
  <dcterms:modified xsi:type="dcterms:W3CDTF">2026-08-18T17:02:01Z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96988A0C9F804604BB37BCFE139F44A0_12</vt:lpwstr>
  </property>
</Properties>
</file>