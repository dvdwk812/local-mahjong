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NEW_CREATE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Wenkai</dc:creator>
  <cp:lastModifiedBy>DVD</cp:lastModifiedBy>
  <cp:revision>5</cp:revision>
  <dcterms:created xsi:type="dcterms:W3CDTF">2023-08-09T12:44:00Z</dcterms:created>
  <dcterms:modified xsi:type="dcterms:W3CDTF">2026-08-18T10:02:31Z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96988A0C9F804604BB37BCFE139F44A0_12</vt:lpwstr>
  </property>
</Properties>
</file>